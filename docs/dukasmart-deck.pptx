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219456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F2F7F4"/>
                </a:solidFill>
                <a:latin typeface="Lexend"/>
              </a:rPr>
              <a:t>Duka</a:t>
            </a:r>
            <a:r>
              <a:rPr sz="7200" b="1">
                <a:solidFill>
                  <a:srgbClr val="0BB77F"/>
                </a:solidFill>
                <a:latin typeface="Lexend"/>
              </a:rPr>
              <a:t>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56616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9AABA2"/>
                </a:solidFill>
                <a:latin typeface="Lexend"/>
              </a:rPr>
              <a:t>Know your stock. Grow your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1206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B77F"/>
                </a:solidFill>
                <a:latin typeface="Lexend"/>
              </a:rPr>
              <a:t>github.com/Ianodad/dukasmart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2F7F4"/>
                </a:solidFill>
                <a:latin typeface="Lexend"/>
              </a:rPr>
              <a:t>The notebook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Most Kenyan duka owners run their whole business from memory and a paper notebook.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At the end of the day they can't answer three simple questions: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   •  How much did I actually sell today — cash vs M-PESA?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   •  What did today really cost me, and what's my profit?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   •  Does the cash in my drawer match what it should be?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2F7F4"/>
                </a:solidFill>
                <a:latin typeface="Lexend"/>
              </a:rPr>
              <a:t>One app. One kiosk.
One phone.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Offline-first — all data lives on the phone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Products &amp; stock with low-stock alerts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Fast POS: cash (with change) or M-PESA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Expenses, incl. till cash-outs for stock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Close Day: profit + drawer reconciliation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Plain-language daily report &amp; insight</a:t>
            </a:r>
          </a:p>
        </p:txBody>
      </p:sp>
      <p:pic>
        <p:nvPicPr>
          <p:cNvPr id="4" name="Picture 3" descr="13-dashboard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23625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7F4"/>
                </a:solidFill>
                <a:latin typeface="Lexend"/>
              </a:rPr>
              <a:t>Today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Sales, cash vs M-PESA split, and an Attention list for stock and pricing issues.</a:t>
            </a:r>
          </a:p>
        </p:txBody>
      </p:sp>
      <p:pic>
        <p:nvPicPr>
          <p:cNvPr id="4" name="Picture 3" descr="13-dashboard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68680"/>
            <a:ext cx="23625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7F4"/>
                </a:solidFill>
                <a:latin typeface="Lexend"/>
              </a:rPr>
              <a:t>Sell in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Tap products into the cart — live totals, quantity steppers, no overselling.</a:t>
            </a:r>
          </a:p>
        </p:txBody>
      </p:sp>
      <p:pic>
        <p:nvPicPr>
          <p:cNvPr id="4" name="Picture 3" descr="10-pos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68680"/>
            <a:ext cx="23625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7F4"/>
                </a:solidFill>
                <a:latin typeface="Lexend"/>
              </a:rPr>
              <a:t>Cash or M-PESA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Change is computed instantly; M-PESA recorded with optional transaction code.</a:t>
            </a:r>
          </a:p>
        </p:txBody>
      </p:sp>
      <p:pic>
        <p:nvPicPr>
          <p:cNvPr id="4" name="Picture 3" descr="11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68680"/>
            <a:ext cx="23625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7F4"/>
                </a:solidFill>
                <a:latin typeface="Lexend"/>
              </a:rPr>
              <a:t>Every sale locks the 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Stock reduces automatically and every movement is recorded for history.</a:t>
            </a:r>
          </a:p>
        </p:txBody>
      </p:sp>
      <p:pic>
        <p:nvPicPr>
          <p:cNvPr id="4" name="Picture 3" descr="12-sale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68680"/>
            <a:ext cx="23625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2F7F4"/>
                </a:solidFill>
                <a:latin typeface="Lexend"/>
              </a:rPr>
              <a:t>Close the day with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Gross and net profit, expected vs actual cash — short or over, you know.</a:t>
            </a:r>
          </a:p>
        </p:txBody>
      </p:sp>
      <p:pic>
        <p:nvPicPr>
          <p:cNvPr id="4" name="Picture 3" descr="14-close-da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68680"/>
            <a:ext cx="23625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2F7F4"/>
                </a:solidFill>
                <a:latin typeface="Lexend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Flutter + Riverpod + GoRouter — one codebase, Android-first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Drift / SQLite — offline, transactional, every shilling stored as integer cents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125 automated tests: money math, DAO invariants, day bounds, read models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9AABA2"/>
                </a:solidFill>
                <a:latin typeface="Lexend"/>
              </a:rPr>
              <a:t>•  Independently code-reviewed (all findings fixed) · MIT licensed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2103120"/>
            <a:ext cx="9235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2F7F4"/>
                </a:solidFill>
                <a:latin typeface="Lexend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9184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0BB77F"/>
                </a:solidFill>
                <a:latin typeface="Lexend"/>
              </a:rPr>
              <a:t>Source, screenshots &amp; demo video:  github.com/Ianodad/dukasmart</a:t>
            </a: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0BB77F"/>
                </a:solidFill>
                <a:latin typeface="Lexend"/>
              </a:rPr>
              <a:t>Android APK:  github.com/Ianodad/dukasmart/releases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